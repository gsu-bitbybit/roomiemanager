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114800"/>
            <a:ext cx="2377440" cy="237744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658368"/>
            <a:ext cx="329184" cy="181051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590" y="822960"/>
            <a:ext cx="250180" cy="164592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345" y="872338"/>
            <a:ext cx="59253" cy="1152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502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FULL-STACK ROOMMATE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calmer way to live together.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roommate management for chores, bills, contracts, and shared living — one home, one platform.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" y="384048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 SAINI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38044" y="384048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8044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UDDHAV COTA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31436" y="384048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1436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SAMIA AKTER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4828" y="384048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D9B877"/>
          </a:solidFill>
          <a:ln w="12700">
            <a:solidFill>
              <a:srgbClr val="D9B8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4828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LINESWALA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98848"/>
            <a:ext cx="128016" cy="128016"/>
          </a:xfrm>
          <a:prstGeom prst="ellipse">
            <a:avLst/>
          </a:prstGeom>
          <a:solidFill>
            <a:srgbClr val="7AA874"/>
          </a:solidFill>
          <a:ln w="12700">
            <a:solidFill>
              <a:srgbClr val="7AA8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now  ·  roomiemanager.site  ·  api.roomiemanager.site/api/v1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living doesn't break. It piles up.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 issues don't arrive as a wall — they stack up like an avalanche of small things until someone finally snaps.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109728" cy="594360"/>
          </a:xfrm>
          <a:prstGeom prst="rect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forgot to take the trash out?"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807208"/>
            <a:ext cx="4425696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807208"/>
            <a:ext cx="109728" cy="594360"/>
          </a:xfrm>
          <a:prstGeom prst="rect">
            <a:avLst/>
          </a:prstGeom>
          <a:solidFill>
            <a:srgbClr val="D9B877"/>
          </a:solidFill>
          <a:ln w="12700">
            <a:solidFill>
              <a:srgbClr val="D9B8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807208"/>
            <a:ext cx="396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anyone actually get Venmo'd back for those groceries?"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" y="3282696"/>
            <a:ext cx="409651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282696"/>
            <a:ext cx="109728" cy="594360"/>
          </a:xfrm>
          <a:prstGeom prst="rect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282696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"Whose turn was it to clean the bathroom?"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42416" y="3758184"/>
            <a:ext cx="3767328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42416" y="3758184"/>
            <a:ext cx="109728" cy="594360"/>
          </a:xfrm>
          <a:prstGeom prst="rect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758184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"Wait — did we actually agree to that?"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2331720"/>
            <a:ext cx="2788920" cy="2560320"/>
          </a:xfrm>
          <a:prstGeom prst="roundRect">
            <a:avLst>
              <a:gd name="adj" fmla="val 5000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2532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not chores. It's not money.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80760" y="3200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lack of a shared communication layer for the house.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4114800"/>
            <a:ext cx="2331720" cy="13716"/>
          </a:xfrm>
          <a:prstGeom prst="rect">
            <a:avLst/>
          </a:prstGeom>
          <a:solidFill>
            <a:srgbClr val="D7CDB8"/>
          </a:solidFill>
          <a:ln w="12700">
            <a:solidFill>
              <a:srgbClr val="D7CD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206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household problem is really a communication problem — so we built the layer.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missed trash night ends a friendship. A hundred of them can.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communication layer your house never had.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— Chores, Finance, Contracts — tied together by a Dashboard that shows the whole household at a glance.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82880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1828800" cy="128016"/>
          </a:xfrm>
          <a:prstGeom prst="rect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" y="2606040"/>
            <a:ext cx="603504" cy="603504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7592" y="2752344"/>
            <a:ext cx="310896" cy="31089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Seen. Rotated. Done.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&amp; recurring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rotation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severity 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2331720"/>
            <a:ext cx="182880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2331720"/>
            <a:ext cx="1828800" cy="128016"/>
          </a:xfrm>
          <a:prstGeom prst="rect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2606040"/>
            <a:ext cx="603504" cy="603504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2752344"/>
            <a:ext cx="310896" cy="31089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224" dirty="0"/>
          </a:p>
        </p:txBody>
      </p:sp>
      <p:sp>
        <p:nvSpPr>
          <p:cNvPr id="21" name="Text 19"/>
          <p:cNvSpPr/>
          <p:nvPr/>
        </p:nvSpPr>
        <p:spPr>
          <a:xfrm>
            <a:off x="25146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1460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Splitwise, for a house.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15768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with custom splits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in one place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settlement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331720"/>
            <a:ext cx="182880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2331720"/>
            <a:ext cx="1828800" cy="128016"/>
          </a:xfrm>
          <a:prstGeom prst="rect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3208" y="2606040"/>
            <a:ext cx="603504" cy="603504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146" y="2752344"/>
            <a:ext cx="217627" cy="310896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17236" y="2830068"/>
            <a:ext cx="155448" cy="155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17236" y="2892247"/>
            <a:ext cx="155448" cy="155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7236" y="2954426"/>
            <a:ext cx="155448" cy="155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8056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Written. Versioned. Honest.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publish flow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of truth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2331720"/>
            <a:ext cx="2423160" cy="2377440"/>
          </a:xfrm>
          <a:prstGeom prst="roundRect">
            <a:avLst>
              <a:gd name="adj" fmla="val 5385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2331720"/>
            <a:ext cx="2423160" cy="128016"/>
          </a:xfrm>
          <a:prstGeom prst="rect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560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65492" y="2862072"/>
            <a:ext cx="768096" cy="768096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02652" y="2999232"/>
            <a:ext cx="493776" cy="271577"/>
          </a:xfrm>
          <a:prstGeom prst="triangle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61905" y="3246120"/>
            <a:ext cx="375270" cy="246888"/>
          </a:xfrm>
          <a:prstGeom prst="rect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10038" y="3320186"/>
            <a:ext cx="88880" cy="172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766560" y="40507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overdue. Who owes what. The latest contract. The whole house, in one breath.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task app. A warmer place for the four conversations every house has to have.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  ·  CHORES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Lists are chaos. A calendar is calm.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chore sits in two views at once — severity-sorted for triage, and on a calendar for rhythm.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by severity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urgent floats. Click any row to expand details.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BF5E8"/>
          </a:solidFill>
          <a:ln w="19050">
            <a:solidFill>
              <a:srgbClr val="7D9A7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263140" y="341528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4950" y="3490722"/>
            <a:ext cx="90526" cy="9052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3490" y="3591306"/>
            <a:ext cx="191110" cy="226314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4366" y="3515868"/>
            <a:ext cx="251460" cy="301752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096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1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screenshot: Chores list / severity 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rhythm you can feel at a glance.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BF5E8"/>
          </a:solidFill>
          <a:ln w="19050">
            <a:solidFill>
              <a:srgbClr val="7D9A7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77940" y="341528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89750" y="3490722"/>
            <a:ext cx="90526" cy="9052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8290" y="3591306"/>
            <a:ext cx="191110" cy="226314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9166" y="3515868"/>
            <a:ext cx="251460" cy="301752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0096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1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screenshot: Chores calendar 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+ recurring  ·  round-robin rotation  ·  click-to-expand  ·  color-coded severity.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 · 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Splitwise, but for the house — with a killer twist.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bills with custom splits. Then let the app untangle the web of debts for you.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3291840" cy="128016"/>
          </a:xfrm>
          <a:prstGeom prst="rect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Groceries — Trader Joe's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Alex · Apr 19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$84.60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2834640" cy="13716"/>
          </a:xfrm>
          <a:prstGeom prst="rect">
            <a:avLst/>
          </a:prstGeom>
          <a:solidFill>
            <a:srgbClr val="D7CDB8"/>
          </a:solidFill>
          <a:ln w="12700">
            <a:solidFill>
              <a:srgbClr val="D7C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custom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23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4023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5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$22.00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164592" cy="164592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297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5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$28.00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164592" cy="164592"/>
          </a:xfrm>
          <a:prstGeom prst="ellipse">
            <a:avLst/>
          </a:prstGeom>
          <a:solidFill>
            <a:srgbClr val="D9B877"/>
          </a:solidFill>
          <a:ln w="12700">
            <a:solidFill>
              <a:srgbClr val="D9B8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4572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25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$34.60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0" y="2377440"/>
            <a:ext cx="4480560" cy="2286000"/>
          </a:xfrm>
          <a:prstGeom prst="roundRect">
            <a:avLst>
              <a:gd name="adj" fmla="val 5600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2377440"/>
            <a:ext cx="4480560" cy="128016"/>
          </a:xfrm>
          <a:prstGeom prst="rect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SETTLEMENT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2807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triangular-debt problem, solved.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H="1">
            <a:off x="5149901" y="3562502"/>
            <a:ext cx="-470002" cy="373075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26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56709" y="4114800"/>
            <a:ext cx="1093622" cy="914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26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57139" y="3562502"/>
            <a:ext cx="470002" cy="373075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26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407408" y="3401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82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75504" y="43982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82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35387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82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47488" y="3127248"/>
            <a:ext cx="512064" cy="512064"/>
          </a:xfrm>
          <a:prstGeom prst="ellipse">
            <a:avLst/>
          </a:prstGeom>
          <a:solidFill>
            <a:srgbClr val="7D9A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270248" y="3858768"/>
            <a:ext cx="512064" cy="512064"/>
          </a:xfrm>
          <a:prstGeom prst="ellipse">
            <a:avLst/>
          </a:prstGeom>
          <a:solidFill>
            <a:srgbClr val="E0B9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0248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824728" y="3858768"/>
            <a:ext cx="512064" cy="512064"/>
          </a:xfrm>
          <a:prstGeom prst="ellipse">
            <a:avLst/>
          </a:prstGeom>
          <a:solidFill>
            <a:srgbClr val="D9B8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24728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3291840"/>
            <a:ext cx="274320" cy="274320"/>
          </a:xfrm>
          <a:prstGeom prst="ellipse">
            <a:avLst/>
          </a:prstGeom>
          <a:solidFill>
            <a:srgbClr val="7AA874"/>
          </a:solidFill>
          <a:ln w="12700">
            <a:solidFill>
              <a:srgbClr val="7AA87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9440" y="3657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6949440" y="42062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needed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0" y="4480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$5 debts cancel out — the settlement algorithm untangles the cycle.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Splits. Balances. One-tap settle. Fewer awkward "can you Venmo me" texts.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 ·  CONTRACTS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rules, actually written down.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publish, version. House rules stop being a vibes-based argument.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4023360" cy="457200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ROOMMATE AGREEMENT · v3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48716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7AA874"/>
          </a:solidFill>
          <a:ln w="12700">
            <a:solidFill>
              <a:srgbClr val="7AA8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4871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hours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PM – 8 AM weekdays, negotiable on weekends.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guests: notify the group ≥ 24 hrs ahead.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Shared-space rotation via the Chores board.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expenses logged in Finance within 3 days.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4526280"/>
            <a:ext cx="3474720" cy="10973"/>
          </a:xfrm>
          <a:prstGeom prst="rect">
            <a:avLst/>
          </a:prstGeom>
          <a:solidFill>
            <a:srgbClr val="D7CDB8"/>
          </a:solidFill>
          <a:ln w="12700">
            <a:solidFill>
              <a:srgbClr val="D7CD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72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to by all 4 members  ·  Apr 12,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3749040" cy="2423160"/>
          </a:xfrm>
          <a:prstGeom prst="roundRect">
            <a:avLst>
              <a:gd name="adj" fmla="val 5283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852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 is a snapshot. Nobody rewrites history.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3200400"/>
            <a:ext cx="27432" cy="1508760"/>
          </a:xfrm>
          <a:prstGeom prst="rect">
            <a:avLst/>
          </a:prstGeom>
          <a:solidFill>
            <a:srgbClr val="D7CDB8"/>
          </a:solidFill>
          <a:ln w="12700">
            <a:solidFill>
              <a:srgbClr val="D7CD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3200400"/>
            <a:ext cx="301752" cy="301752"/>
          </a:xfrm>
          <a:prstGeom prst="ellipse">
            <a:avLst/>
          </a:prstGeom>
          <a:solidFill>
            <a:srgbClr val="C5D5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2004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23560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18120" y="3182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28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first pass — not binding yet.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0" y="3886200"/>
            <a:ext cx="301752" cy="301752"/>
          </a:xfrm>
          <a:prstGeom prst="ellipse">
            <a:avLst/>
          </a:prstGeom>
          <a:solidFill>
            <a:srgbClr val="D9B8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886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3867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120" y="38679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 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4087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 + cleaning rotation added.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12080" y="4572000"/>
            <a:ext cx="301752" cy="301752"/>
          </a:xfrm>
          <a:prstGeom prst="ellipse">
            <a:avLst/>
          </a:prstGeom>
          <a:solidFill>
            <a:srgbClr val="425C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45720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23560" y="4553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18120" y="4553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 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4773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policy clarified. Currently live.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4892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"wait — did we actually agree to that?" — it's right there, with a date.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watch the real thing, end-to-end.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roomiemanager.site — signup, chores, bills, contracts, settle.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2331720"/>
            <a:ext cx="6583680" cy="2377440"/>
          </a:xfrm>
          <a:prstGeom prst="roundRect">
            <a:avLst>
              <a:gd name="adj" fmla="val 5385"/>
            </a:avLst>
          </a:prstGeom>
          <a:solidFill>
            <a:srgbClr val="2B3A2E"/>
          </a:solidFill>
          <a:ln w="25400">
            <a:solidFill>
              <a:srgbClr val="425C4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83380" y="3040380"/>
            <a:ext cx="777240" cy="777240"/>
          </a:xfrm>
          <a:prstGeom prst="ellipse">
            <a:avLst/>
          </a:prstGeom>
          <a:solidFill>
            <a:srgbClr val="C5D5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3380" y="3040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4480" y="39547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spc="100" kern="0" dirty="0">
                <a:solidFill>
                  <a:srgbClr val="F5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video: Web app walkthrough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roomiemanager.site  ·  recorded against the live production build.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NestJS + Prisma, layered and boring on purpose.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typed API where the hard rules live — not in the UI.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402336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lifecycle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3474720" cy="310896"/>
          </a:xfrm>
          <a:prstGeom prst="roundRect">
            <a:avLst>
              <a:gd name="adj" fmla="val 14706"/>
            </a:avLst>
          </a:prstGeom>
          <a:solidFill>
            <a:srgbClr val="FBF5E8"/>
          </a:solidFill>
          <a:ln w="5080">
            <a:solidFill>
              <a:srgbClr val="D7C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DTOs, guards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3474720" cy="310896"/>
          </a:xfrm>
          <a:prstGeom prst="roundRect">
            <a:avLst>
              <a:gd name="adj" fmla="val 14706"/>
            </a:avLst>
          </a:prstGeom>
          <a:solidFill>
            <a:srgbClr val="FBF5E8"/>
          </a:solidFill>
          <a:ln w="5080">
            <a:solidFill>
              <a:srgbClr val="D7C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08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3108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class-validator / Zod schemas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3474720" cy="310896"/>
          </a:xfrm>
          <a:prstGeom prst="roundRect">
            <a:avLst>
              <a:gd name="adj" fmla="val 14706"/>
            </a:avLst>
          </a:prstGeom>
          <a:solidFill>
            <a:srgbClr val="FBF5E8"/>
          </a:solidFill>
          <a:ln w="5080">
            <a:solidFill>
              <a:srgbClr val="D7C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74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&amp; orchestration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840480"/>
            <a:ext cx="3474720" cy="310896"/>
          </a:xfrm>
          <a:prstGeom prst="roundRect">
            <a:avLst>
              <a:gd name="adj" fmla="val 14706"/>
            </a:avLst>
          </a:prstGeom>
          <a:solidFill>
            <a:srgbClr val="FBF5E8"/>
          </a:solidFill>
          <a:ln w="5080">
            <a:solidFill>
              <a:srgbClr val="D7C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840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38404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access, transactions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3474720" cy="310896"/>
          </a:xfrm>
          <a:prstGeom prst="roundRect">
            <a:avLst>
              <a:gd name="adj" fmla="val 14706"/>
            </a:avLst>
          </a:prstGeom>
          <a:solidFill>
            <a:srgbClr val="C5D5BF"/>
          </a:solidFill>
          <a:ln w="5080">
            <a:solidFill>
              <a:srgbClr val="D7C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06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4206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Supabase-managed, typed schema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37490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domain model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277063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— the root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313639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1363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3108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× Group × role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20640" y="35021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021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3474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+ recurring + round-robin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386791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867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3840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custom split, payments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0" y="423367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233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4206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publish → versioned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matters: </a:t>
            </a:r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 rotation, settlement rules, and role safety live in the backend — so web and Android behave identically.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TypeScript + Vite + Tailwind.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typed SPA that stays thin: surfaces the backend, doesn't reinvent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4206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plain typed SPA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backend integration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the source of truth.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3867912"/>
            <a:ext cx="274320" cy="274320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3950208"/>
            <a:ext cx="109728" cy="109728"/>
          </a:xfrm>
          <a:prstGeom prst="ellipse">
            <a:avLst/>
          </a:prstGeom>
          <a:solidFill>
            <a:srgbClr val="F5EFE2"/>
          </a:solidFill>
          <a:ln w="12700">
            <a:solidFill>
              <a:srgbClr val="F5EF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iteration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4005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HMR keeps QA cycles short for demo cleanup.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" y="4416552"/>
            <a:ext cx="274320" cy="274320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46304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contracts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4553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 across screens, safer refactors.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269748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1208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surfaces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212080" y="320040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21808" y="3310128"/>
            <a:ext cx="201168" cy="201168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Chores Board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58000" y="320040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67728" y="3310128"/>
            <a:ext cx="201168" cy="201168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212080" y="370332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21808" y="3813048"/>
            <a:ext cx="201168" cy="201168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&amp; Balances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70332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67728" y="3813048"/>
            <a:ext cx="201168" cy="201168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0" y="420624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21808" y="4315968"/>
            <a:ext cx="201168" cy="201168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58000" y="420624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67728" y="4315968"/>
            <a:ext cx="201168" cy="201168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backend, two clients, real HTTPS.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is not a mockup — it's actually running when you read this.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1031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590" y="2578608"/>
            <a:ext cx="160934" cy="160934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0003" y="2534717"/>
            <a:ext cx="160934" cy="175565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851" y="2666390"/>
            <a:ext cx="204826" cy="87782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roomiemanager.site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1031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" y="3904488"/>
            <a:ext cx="155448" cy="310896"/>
          </a:xfrm>
          <a:prstGeom prst="roundRect">
            <a:avLst>
              <a:gd name="adj" fmla="val 23529"/>
            </a:avLst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159" y="3948013"/>
            <a:ext cx="111923" cy="1709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059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82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installable build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2240280"/>
            <a:ext cx="3108960" cy="2697480"/>
          </a:xfrm>
          <a:prstGeom prst="roundRect">
            <a:avLst>
              <a:gd name="adj" fmla="val 4746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17520" y="2240280"/>
            <a:ext cx="3108960" cy="128016"/>
          </a:xfrm>
          <a:prstGeom prst="rect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 API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01752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 ·  Prisma  ·  Dockerized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32004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200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VM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2004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200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reverse proxy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6576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657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36576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657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1752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api.roomiemanager.site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1752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2240280"/>
            <a:ext cx="2103120" cy="2697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78040" y="2468880"/>
            <a:ext cx="731520" cy="731520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37730" y="2670962"/>
            <a:ext cx="230429" cy="1920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99325" y="2824582"/>
            <a:ext cx="307238" cy="211226"/>
          </a:xfrm>
          <a:prstGeom prst="roundRect">
            <a:avLst>
              <a:gd name="adj" fmla="val 259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7512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97480" y="2834640"/>
            <a:ext cx="365760" cy="201168"/>
          </a:xfrm>
          <a:prstGeom prst="rightArrow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97480" y="4343400"/>
            <a:ext cx="365760" cy="201168"/>
          </a:xfrm>
          <a:prstGeom prst="rightArrow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566160"/>
            <a:ext cx="365760" cy="201168"/>
          </a:xfrm>
          <a:prstGeom prst="rightArrow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Flutter codebase. Android today, iOS tomorrow.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Flutter with Material 3 — one Dart codebase ready for both platforms, shipping Android as an installable APK and hitting the same live API as the web.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BF5E8"/>
          </a:solidFill>
          <a:ln w="19050">
            <a:solidFill>
              <a:srgbClr val="7D9A7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485900" y="3209544"/>
            <a:ext cx="502920" cy="502920"/>
          </a:xfrm>
          <a:prstGeom prst="roundRect">
            <a:avLst>
              <a:gd name="adj" fmla="val 9091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97710" y="3284982"/>
            <a:ext cx="90526" cy="9052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46250" y="3385566"/>
            <a:ext cx="191110" cy="226314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7126" y="3310128"/>
            <a:ext cx="251460" cy="301752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03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1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screenshot: Mobile home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 ·  Material 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263347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633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6334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263347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7DEC7"/>
          </a:solidFill>
          <a:ln w="12700">
            <a:solidFill>
              <a:srgbClr val="E7DE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633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017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Dart codebase, two stores. Persistent tabs, role-aware routing, same backend contracts as the web — nothing duplicated.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0" y="3703320"/>
            <a:ext cx="5486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069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live API — no duplicated business logic between clients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Supabase Auth — one verified account works everywhere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APK shipped today; iOS build is one `flutter build ios` away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Flutter app, live on a phone.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walkthrough — signup, chores, bills, contract — on the actual mobile client.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2331720"/>
            <a:ext cx="6583680" cy="2377440"/>
          </a:xfrm>
          <a:prstGeom prst="roundRect">
            <a:avLst>
              <a:gd name="adj" fmla="val 5385"/>
            </a:avLst>
          </a:prstGeom>
          <a:solidFill>
            <a:srgbClr val="2B3A2E"/>
          </a:solidFill>
          <a:ln w="25400">
            <a:solidFill>
              <a:srgbClr val="425C4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83380" y="3040380"/>
            <a:ext cx="777240" cy="777240"/>
          </a:xfrm>
          <a:prstGeom prst="ellipse">
            <a:avLst/>
          </a:prstGeom>
          <a:solidFill>
            <a:srgbClr val="C5D5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3380" y="3040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4480" y="39547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spc="100" kern="0" dirty="0">
                <a:solidFill>
                  <a:srgbClr val="F5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video: Mobile app walkthrough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APK on Android — hitting the same production API as the web.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auth, real verification — shared across clients.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is verification-aware, login is role-aware, and session restore uses the same backend contract everywhere.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9112" y="2487168"/>
            <a:ext cx="137160" cy="146304"/>
          </a:xfrm>
          <a:prstGeom prst="rightArrow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228600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2286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66744" y="2487168"/>
            <a:ext cx="137160" cy="146304"/>
          </a:xfrm>
          <a:prstGeom prst="rightArrow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228600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286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94376" y="2487168"/>
            <a:ext cx="137160" cy="146304"/>
          </a:xfrm>
          <a:prstGeom prst="rightArrow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228600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2286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22008" y="2487168"/>
            <a:ext cx="137160" cy="146304"/>
          </a:xfrm>
          <a:prstGeom prst="rightArrow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228600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2286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home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393192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backend enforces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566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does not auto-login — verification is required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EMAIL_NOT_VERIFIED is surfaced as a dedicated state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auth/me restores the session across refresh and device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Supabase-issued tokens, validated on every protected route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393192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 routing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5661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56616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Contracts, Finance full control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395020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9502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w/ group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95020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3950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Chores, bills, contract acceptance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33425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3342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w/ none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433425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4334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join or create a group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real: verification email delivery is live on both clients.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&amp;  CI/CD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Production-grade, repeatable, boring.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separated frontend hosting from backend hosting, and treated deployment as part of the project.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BF5E8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395728"/>
            <a:ext cx="274320" cy="27432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01952" y="22860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BF5E8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2395728"/>
            <a:ext cx="274320" cy="27432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75104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55264" y="22860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BF5E8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2395728"/>
            <a:ext cx="274320" cy="27432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39312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22860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BF5E8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395728"/>
            <a:ext cx="274320" cy="27432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92624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61888" y="22860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BF5E8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395728"/>
            <a:ext cx="274320" cy="27432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5936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OCI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22860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BF5E8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395728"/>
            <a:ext cx="274320" cy="27432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99248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017520"/>
            <a:ext cx="39319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732" y="3367278"/>
            <a:ext cx="186080" cy="186080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9147" y="3316529"/>
            <a:ext cx="186080" cy="202997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4565" y="3468776"/>
            <a:ext cx="236830" cy="101498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Vercel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roomiemanager.site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3886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main with preview branches for QA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production build, CDN-served, HTTPS by default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Environment-driven API base URL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017520"/>
            <a:ext cx="39319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28616" y="3282696"/>
            <a:ext cx="338328" cy="338328"/>
          </a:xfrm>
          <a:prstGeom prst="ellipse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30114" y="3384194"/>
            <a:ext cx="135331" cy="135331"/>
          </a:xfrm>
          <a:prstGeom prst="ellipse">
            <a:avLst/>
          </a:prstGeom>
          <a:solidFill>
            <a:srgbClr val="F5EFE2"/>
          </a:solidFill>
          <a:ln w="12700">
            <a:solidFill>
              <a:srgbClr val="F5EF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Oracle Cloud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api.roomiemanager.site/api/v1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3886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NestJS container on an OCI VM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reverse proxy with automatic HTTPS certificates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migrations kept deliberate — not auto-applied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trade-off: DB migrations stay manual. Schema change = human reviews and runs it. No silent production migrations.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built it this way, specifically.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below was made to improve clarity, safety, and operational realism — not to show off stack.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060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" y="2656332"/>
            <a:ext cx="150876" cy="15087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615184"/>
            <a:ext cx="150876" cy="164592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" y="2738628"/>
            <a:ext cx="192024" cy="82296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backend for both clients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7066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Android hit the same NestJS API. No mirrored business rules, no drift between platforms.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2286000"/>
            <a:ext cx="26060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246888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2601468"/>
            <a:ext cx="164592" cy="1371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425C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1024" y="2711196"/>
            <a:ext cx="219456" cy="150876"/>
          </a:xfrm>
          <a:prstGeom prst="roundRect">
            <a:avLst>
              <a:gd name="adj" fmla="val 36364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live in the 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9080" y="27066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Leave-group blockers, settlement rules, and role permissions are enforced server-side — UI can't bypass them.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6060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46888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0508" y="2587752"/>
            <a:ext cx="123444" cy="123444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2615184"/>
            <a:ext cx="109728" cy="109728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2724912"/>
            <a:ext cx="164592" cy="137160"/>
          </a:xfrm>
          <a:prstGeom prst="roundRect">
            <a:avLst>
              <a:gd name="adj" fmla="val 40000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0236" y="2738628"/>
            <a:ext cx="150876" cy="123444"/>
          </a:xfrm>
          <a:prstGeom prst="roundRect">
            <a:avLst>
              <a:gd name="adj" fmla="val 44444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memberships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7066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rejoin preserves history instead of deleting context. Your past chores and debts don't vanish.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593592"/>
            <a:ext cx="26060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776472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" y="3922776"/>
            <a:ext cx="274320" cy="246888"/>
          </a:xfrm>
          <a:prstGeom prst="roundRect">
            <a:avLst>
              <a:gd name="adj" fmla="val 14815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540" y="3895344"/>
            <a:ext cx="27432" cy="82296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6132" y="3895344"/>
            <a:ext cx="27432" cy="82296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4005072"/>
            <a:ext cx="219456" cy="2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5880" y="3758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+ round-robin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25880" y="40142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Chores generate real instances on a rotation. The fair-share algorithm is the product's spine.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3593592"/>
            <a:ext cx="26060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0" y="3776472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34740" y="3895344"/>
            <a:ext cx="192024" cy="274320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62172" y="3963924"/>
            <a:ext cx="137160" cy="137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62172" y="4018788"/>
            <a:ext cx="137160" cy="137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62172" y="4073652"/>
            <a:ext cx="137160" cy="137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9080" y="3758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 are versioned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69080" y="40142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contract snapshots it. No 'wait, when did we agree to that?' moments.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35040" y="3593592"/>
            <a:ext cx="26060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776472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12280" y="3758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like a real product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40142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reverse proxy, health checks, preview builds. Boring on purpose — demo-day reliable.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predictability over novelty. It's why the demo doesn't flinch.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that broke, and how we actually fixed them.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treated stabilization as part of the project — the system is credible because we tested and repaired real failures.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42062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782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broke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43784"/>
            <a:ext cx="228600" cy="22860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43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788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Round-robin rotation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fair rotation across leave/rejoin and chore skips without introducing ghost assignees.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319272"/>
            <a:ext cx="228600" cy="22860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9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2644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Custom-split math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splits + partial payments introduced edge cases where balances drifted by cents.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228600" cy="22860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94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739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Leave-group blockers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941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 member from leaving mid-settlement without a confusing error state.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4270248"/>
            <a:ext cx="228600" cy="22860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4215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HTTPS + reverse proxy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4416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+ OCI security lists: getting certs to renew while the firewall stayed strict.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3749040" cy="2514600"/>
          </a:xfrm>
          <a:prstGeom prst="roundRect">
            <a:avLst>
              <a:gd name="adj" fmla="val 5091"/>
            </a:avLst>
          </a:prstGeom>
          <a:solidFill>
            <a:srgbClr val="FBF5E8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validated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920" y="2834640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93792" y="2953512"/>
            <a:ext cx="274320" cy="274320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76072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60720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against the live web app across role permutations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3209544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62372" y="3328416"/>
            <a:ext cx="137160" cy="274320"/>
          </a:xfrm>
          <a:prstGeom prst="roundRect">
            <a:avLst>
              <a:gd name="adj" fmla="val 26667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81574" y="3366821"/>
            <a:ext cx="98755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209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60720" y="3465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runs on the Flutter APK hitting production API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74920" y="3584448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07508" y="3771900"/>
            <a:ext cx="150876" cy="15087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0" y="3730752"/>
            <a:ext cx="150876" cy="164592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34940" y="3854196"/>
            <a:ext cx="192024" cy="82296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76072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checks on api.roomiemanager.site after each deploy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74920" y="3959352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93792" y="4078224"/>
            <a:ext cx="274320" cy="274320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76088" y="4160520"/>
            <a:ext cx="109728" cy="109728"/>
          </a:xfrm>
          <a:prstGeom prst="ellipse">
            <a:avLst/>
          </a:prstGeom>
          <a:solidFill>
            <a:srgbClr val="F5EFE2"/>
          </a:solidFill>
          <a:ln w="12700">
            <a:solidFill>
              <a:srgbClr val="F5EF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760720" y="4215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deploy replays to prove the pipeline is repeatable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74920" y="4334256"/>
            <a:ext cx="502920" cy="50292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07508" y="4453128"/>
            <a:ext cx="123444" cy="123444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30952" y="4480560"/>
            <a:ext cx="109728" cy="109728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93792" y="4590288"/>
            <a:ext cx="164592" cy="137160"/>
          </a:xfrm>
          <a:prstGeom prst="roundRect">
            <a:avLst>
              <a:gd name="adj" fmla="val 40000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17236" y="4604004"/>
            <a:ext cx="150876" cy="123444"/>
          </a:xfrm>
          <a:prstGeom prst="roundRect">
            <a:avLst>
              <a:gd name="adj" fmla="val 44444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334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760720" y="4590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multi-user scenarios: join, assign, settle, leave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8640" y="4937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message: we fixed real failures, not happy paths. That's what makes it demo-day ready.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1752"/>
            <a:ext cx="164592" cy="164592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 is live. Sign up and use it.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signup, real verification email, real data — the exact same system shown in this demo.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40180" y="2606040"/>
            <a:ext cx="822960" cy="82296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9461" y="2894076"/>
            <a:ext cx="271577" cy="271577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2282" y="2820010"/>
            <a:ext cx="271577" cy="296266"/>
          </a:xfrm>
          <a:prstGeom prst="ellips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8838" y="3042209"/>
            <a:ext cx="345643" cy="148133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roomiemanager.site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in the browser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83380" y="2606040"/>
            <a:ext cx="822960" cy="822960"/>
          </a:xfrm>
          <a:prstGeom prst="ellipse">
            <a:avLst/>
          </a:prstGeom>
          <a:solidFill>
            <a:srgbClr val="E0B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7972" y="2770632"/>
            <a:ext cx="493776" cy="493776"/>
          </a:xfrm>
          <a:prstGeom prst="ellipse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6105" y="2918765"/>
            <a:ext cx="197510" cy="197510"/>
          </a:xfrm>
          <a:prstGeom prst="ellipse">
            <a:avLst/>
          </a:prstGeom>
          <a:solidFill>
            <a:srgbClr val="F5EFE2"/>
          </a:solidFill>
          <a:ln w="12700">
            <a:solidFill>
              <a:srgbClr val="F5EF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API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api.roomiemanager.site/api/v1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the app uses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28600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D7CDB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26580" y="2606040"/>
            <a:ext cx="822960" cy="82296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14616" y="2770632"/>
            <a:ext cx="246888" cy="493776"/>
          </a:xfrm>
          <a:prstGeom prst="roundRect">
            <a:avLst>
              <a:gd name="adj" fmla="val 14815"/>
            </a:avLst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9180" y="2839761"/>
            <a:ext cx="177759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2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APK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installable release build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production 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78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verify your email, invite a roommate, create a chore, split a bill. The whole loop works today.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25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D9A79"/>
          </a:solidFill>
          <a:ln w="12700">
            <a:solidFill>
              <a:srgbClr val="7D9A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B7826F"/>
          </a:solidFill>
          <a:ln w="12700">
            <a:solidFill>
              <a:srgbClr val="B782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658368"/>
            <a:ext cx="329184" cy="181051"/>
          </a:xfrm>
          <a:prstGeom prst="triangle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590" y="822960"/>
            <a:ext cx="250180" cy="164592"/>
          </a:xfrm>
          <a:prstGeom prst="rect">
            <a:avLst/>
          </a:prstGeom>
          <a:solidFill>
            <a:srgbClr val="425C45"/>
          </a:solidFill>
          <a:ln w="12700">
            <a:solidFill>
              <a:srgbClr val="425C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345" y="872338"/>
            <a:ext cx="59253" cy="1152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502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RoomieManager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talk through chores, bills, contracts, deployment, or any of the trade-offs.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C5D5BF"/>
          </a:solidFill>
          <a:ln w="12700">
            <a:solidFill>
              <a:srgbClr val="C5D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roomiemanager.site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657600"/>
            <a:ext cx="3749040" cy="411480"/>
          </a:xfrm>
          <a:prstGeom prst="roundRect">
            <a:avLst>
              <a:gd name="adj" fmla="val 50000"/>
            </a:avLst>
          </a:prstGeom>
          <a:solidFill>
            <a:srgbClr val="E0B9A8"/>
          </a:solidFill>
          <a:ln w="12700">
            <a:solidFill>
              <a:srgbClr val="E0B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api.roomiemanager.site/api/v1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365760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D9B877"/>
          </a:solidFill>
          <a:ln w="12700">
            <a:solidFill>
              <a:srgbClr val="D9B8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2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for listening, and for ever having had a roommate.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F5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  ·  Final Project  ·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RoomieManager — Final Project</dc:title>
  <dc:subject>PptxGenJS Presentation</dc:subject>
  <dc:creator>Hardik</dc:creator>
  <cp:lastModifiedBy>Hardik</cp:lastModifiedBy>
  <cp:revision>1</cp:revision>
  <dcterms:created xsi:type="dcterms:W3CDTF">2026-04-23T13:40:52Z</dcterms:created>
  <dcterms:modified xsi:type="dcterms:W3CDTF">2026-04-23T13:40:52Z</dcterms:modified>
</cp:coreProperties>
</file>